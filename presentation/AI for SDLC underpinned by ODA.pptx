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147483569" r:id="rId5"/>
    <p:sldId id="267" r:id="rId6"/>
    <p:sldId id="2147483575" r:id="rId7"/>
    <p:sldId id="2147483570" r:id="rId8"/>
    <p:sldId id="2147483572" r:id="rId9"/>
    <p:sldId id="2147483571" r:id="rId10"/>
    <p:sldId id="2147483573" r:id="rId11"/>
    <p:sldId id="21474835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" id="{E6CAFAAC-77B4-1848-A01A-55162718BEFF}">
          <p14:sldIdLst>
            <p14:sldId id="2147483569"/>
            <p14:sldId id="267"/>
            <p14:sldId id="2147483575"/>
            <p14:sldId id="2147483570"/>
            <p14:sldId id="2147483572"/>
            <p14:sldId id="2147483571"/>
            <p14:sldId id="2147483573"/>
            <p14:sldId id="21474835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15FA55-CA0D-3FF8-FAEF-62FA0C0E785B}" name="Ailis Claassen" initials="AC" userId="S::aclaassen@tmforum.org::9878b159-d09a-4651-8696-54c87fc90c08" providerId="AD"/>
  <p188:author id="{4799E2C8-E8E0-AB20-C955-789B1145FBD0}" name="Sarang Kulkarni" initials="" userId="S::skulkarni@tmforum.org::f31a5300-7aef-4cac-a5ef-90d0e4d10d5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B4D"/>
    <a:srgbClr val="40AB75"/>
    <a:srgbClr val="E7491C"/>
    <a:srgbClr val="980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1734D-1A1C-1E4B-BDA4-8EBC4A7376DF}" v="28" dt="2026-09-03T11:34:12.049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13" autoAdjust="0"/>
    <p:restoredTop sz="93256"/>
  </p:normalViewPr>
  <p:slideViewPr>
    <p:cSldViewPr snapToGrid="0">
      <p:cViewPr varScale="1">
        <p:scale>
          <a:sx n="74" d="100"/>
          <a:sy n="74" d="100"/>
        </p:scale>
        <p:origin x="1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63B32A-A760-59D8-8938-1D5E32ACDA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3DAF6F-CC25-1667-E331-6DD4E4F278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9C8FF4-6301-2E4C-A4FF-831E31F6BCF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C5775-19A9-362C-DC7E-8F2ECB576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A8CCF-CABB-0EC6-995B-4135CB6432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1D0885-1140-394A-9042-056354D06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256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E281FB-60D2-4FA7-AA50-25AB5ABA21F0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EC0B0-27FC-4342-A1B9-6035335C0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69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6F2004-1DF8-4F6C-B86A-A6A8CFD2856E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379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Excellent so – a “Quick run-through of the agenda today…”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“We’ll start with a quick overview of the Innovation Hub” – What we do &amp; what makes us different?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“Then the main focus — three proposals on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 Driven ODA </a:t>
            </a:r>
            <a:r>
              <a:rPr lang="en-GB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Architechture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Dr. Sudhir from Jio,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Native Networks by Ravi from </a:t>
            </a:r>
            <a:r>
              <a:rPr lang="en-GB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NetoAI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driven SDLC by Brian Burton </a:t>
            </a:r>
          </a:p>
          <a:p>
            <a:pPr fontAlgn="t"/>
            <a:r>
              <a:rPr lang="en-GB" sz="1200" kern="1200"/>
              <a:t>Here's our roadmap for today — we're packing a lot into this session! </a:t>
            </a:r>
          </a:p>
          <a:p>
            <a:pPr fontAlgn="t"/>
            <a:endParaRPr lang="en-GB" sz="1200" kern="1200"/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/>
              <a:t>Will start off with a quick intro to the Innovation Hub, then straight into the good stuff: three brand-new project proposals – starting with Event driven ODA Architecture by Dr. Sudhir from Jio, AI Native Networks from Jio, </a:t>
            </a:r>
            <a:r>
              <a:rPr lang="en-GB" sz="1200" kern="1200" err="1"/>
              <a:t>NetoAI</a:t>
            </a:r>
            <a:r>
              <a:rPr lang="en-GB" sz="1200" kern="1200"/>
              <a:t>, and we segway to Brian &amp; Sagar from Vodafone who would introduce the AI Driven SDLC. 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/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/>
              <a:t>Each one of these projects tackles a real industry challenge head-on. 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/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/>
              <a:t>We'll wrap up with next steps and open it up for Q&amp;A.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“And we’ll close with next steps and how to get involved”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EC0B0-27FC-4342-A1B9-6035335C00F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847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9.svg"/><Relationship Id="rId7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10.svg"/><Relationship Id="rId9" Type="http://schemas.openxmlformats.org/officeDocument/2006/relationships/image" Target="../media/image2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 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DE717A-961A-1F01-EFF7-76C93ECDB3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728000" y="2129400"/>
            <a:ext cx="6360688" cy="4377763"/>
          </a:xfrm>
        </p:spPr>
        <p:txBody>
          <a:bodyPr/>
          <a:lstStyle>
            <a:lvl1pPr marL="0" indent="0">
              <a:lnSpc>
                <a:spcPts val="5600"/>
              </a:lnSpc>
              <a:spcAft>
                <a:spcPts val="0"/>
              </a:spcAft>
              <a:buFont typeface="Arial" panose="020B0604020202020204" pitchFamily="34" charset="0"/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3600"/>
              </a:lnSpc>
              <a:spcBef>
                <a:spcPts val="1200"/>
              </a:spcBef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  <a:latin typeface="Aptos Light" panose="020B0004020202020204" pitchFamily="34" charset="0"/>
              </a:defRPr>
            </a:lvl2pPr>
            <a:lvl3pPr marL="0" indent="0">
              <a:lnSpc>
                <a:spcPts val="3000"/>
              </a:lnSpc>
              <a:spcBef>
                <a:spcPts val="1200"/>
              </a:spcBef>
              <a:buNone/>
              <a:defRPr sz="2400">
                <a:solidFill>
                  <a:schemeClr val="bg1"/>
                </a:solidFill>
                <a:latin typeface="Aptos Light" panose="020B0004020202020204" pitchFamily="34" charset="0"/>
              </a:defRPr>
            </a:lvl3pPr>
            <a:lvl4pPr marL="0" indent="0"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Title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 descr="A black and white text with red letters&#10;&#10;AI-generated content may be incorrect.">
            <a:extLst>
              <a:ext uri="{FF2B5EF4-FFF2-40B4-BE49-F238E27FC236}">
                <a16:creationId xmlns:a16="http://schemas.microsoft.com/office/drawing/2014/main" id="{688AD1B3-0D0F-FE72-081C-ABE02C5FF0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00" y="367200"/>
            <a:ext cx="1423419" cy="9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0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gradient&#10;&#10;AI-generated content may be incorrect.">
            <a:extLst>
              <a:ext uri="{FF2B5EF4-FFF2-40B4-BE49-F238E27FC236}">
                <a16:creationId xmlns:a16="http://schemas.microsoft.com/office/drawing/2014/main" id="{F4BA54E8-BB7B-81DC-FADD-DE02FA2BFD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320785" cy="6858000"/>
          </a:xfrm>
          <a:prstGeom prst="rect">
            <a:avLst/>
          </a:prstGeom>
        </p:spPr>
      </p:pic>
      <p:pic>
        <p:nvPicPr>
          <p:cNvPr id="9" name="Picture 8" descr="A red and black gradient&#10;&#10;AI-generated content may be incorrect.">
            <a:extLst>
              <a:ext uri="{FF2B5EF4-FFF2-40B4-BE49-F238E27FC236}">
                <a16:creationId xmlns:a16="http://schemas.microsoft.com/office/drawing/2014/main" id="{54309C6E-E774-ACB3-93FD-9193BB41B6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061000"/>
            <a:ext cx="8965710" cy="349911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755ED1A-F732-50AB-461A-58E28D500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457908" y="5891400"/>
            <a:ext cx="7920000" cy="752400"/>
          </a:xfrm>
        </p:spPr>
        <p:txBody>
          <a:bodyPr/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sz="20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487200" y="2608200"/>
            <a:ext cx="7920000" cy="2530800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1">
                <a:solidFill>
                  <a:schemeClr val="bg1"/>
                </a:solidFill>
              </a:defRPr>
            </a:lvl1pPr>
            <a:lvl2pPr marL="0" indent="0">
              <a:lnSpc>
                <a:spcPts val="4320"/>
              </a:lnSpc>
              <a:spcBef>
                <a:spcPts val="1000"/>
              </a:spcBef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E010-66F4-9611-CFC1-53980F9CED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9105600" y="6213460"/>
            <a:ext cx="2640313" cy="515499"/>
          </a:xfrm>
          <a:prstGeom prst="rect">
            <a:avLst/>
          </a:prstGeom>
        </p:spPr>
        <p:txBody>
          <a:bodyPr/>
          <a:lstStyle>
            <a:lvl1pPr algn="r">
              <a:defRPr sz="1800"/>
            </a:lvl1pPr>
          </a:lstStyle>
          <a:p>
            <a:r>
              <a:rPr lang="en-GB"/>
              <a:t>Date Month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A8A6CC-6DC3-5071-B00B-1A0B51F0EB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3200" y="367200"/>
            <a:ext cx="1423419" cy="9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38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81505" y="2210305"/>
            <a:ext cx="7920000" cy="3681096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BE6F51-B41C-E8F4-DF79-A26881A7E74D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252175813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704602"/>
            <a:ext cx="11366242" cy="4460702"/>
          </a:xfrm>
        </p:spPr>
        <p:txBody>
          <a:bodyPr/>
          <a:lstStyle>
            <a:lvl2pPr marL="0" indent="0">
              <a:buClr>
                <a:srgbClr val="FF0000"/>
              </a:buClr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accent2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70931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9A37CED-8C4B-597C-3094-D3EB3EC78FDD}"/>
              </a:ext>
            </a:extLst>
          </p:cNvPr>
          <p:cNvPicPr preferRelativeResize="0"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2286000"/>
            <a:ext cx="7318801" cy="353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B62A6CF-2252-6725-E31C-8875917387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05600" y="3839712"/>
            <a:ext cx="2667600" cy="1572887"/>
          </a:xfrm>
        </p:spPr>
        <p:txBody>
          <a:bodyPr/>
          <a:lstStyle>
            <a:lvl1pPr>
              <a:lnSpc>
                <a:spcPts val="2100"/>
              </a:lnSpc>
              <a:defRPr sz="1600" b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ts val="2100"/>
              </a:lnSpc>
              <a:buNone/>
              <a:defRPr sz="1600" b="0">
                <a:solidFill>
                  <a:schemeClr val="tx2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071F14B0-3F95-A77F-3C81-1A31A0CA817E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56218" y="3497622"/>
            <a:ext cx="900000" cy="900000"/>
          </a:xfrm>
          <a:prstGeom prst="rect">
            <a:avLst/>
          </a:prstGeom>
        </p:spPr>
      </p:pic>
      <p:pic>
        <p:nvPicPr>
          <p:cNvPr id="9" name="Picture 15">
            <a:extLst>
              <a:ext uri="{FF2B5EF4-FFF2-40B4-BE49-F238E27FC236}">
                <a16:creationId xmlns:a16="http://schemas.microsoft.com/office/drawing/2014/main" id="{6CD9DD41-D2BD-0B41-92CE-76963284DC76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885042" y="479700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4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4C94A21-B5FA-1E2A-4070-F138A27D56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129154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5165303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C17EC0-5DA5-39BD-2988-7BAABE735E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6232799" y="1602288"/>
            <a:ext cx="5165303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03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366286D-31D3-343D-6A54-1E947F1871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184933" cy="294574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3398400"/>
            <a:ext cx="5540401" cy="2816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5540401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184933" y="0"/>
            <a:ext cx="6007067" cy="6397193"/>
          </a:xfrm>
          <a:solidFill>
            <a:schemeClr val="bg2"/>
          </a:solidFill>
        </p:spPr>
        <p:txBody>
          <a:bodyPr anchor="ctr"/>
          <a:lstStyle>
            <a:lvl1pPr algn="ctr">
              <a:defRPr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7CDD5C-5B55-16BF-F5E0-1C63E6AF36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>
          <a:xfrm>
            <a:off x="418800" y="1602000"/>
            <a:ext cx="5540401" cy="1215386"/>
          </a:xfrm>
        </p:spPr>
        <p:txBody>
          <a:bodyPr/>
          <a:lstStyle>
            <a:lvl1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1pPr>
            <a:lvl2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2pPr>
            <a:lvl3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3pPr>
            <a:lvl4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4pPr>
            <a:lvl5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8687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5DCE8E-F842-6AC7-6D24-2A9BB50E1F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184933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AD2F48-5808-CCD7-C9E1-17B48E9069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9" b="299"/>
          <a:stretch/>
        </p:blipFill>
        <p:spPr>
          <a:xfrm>
            <a:off x="0" y="6403538"/>
            <a:ext cx="12192000" cy="4544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2268000"/>
            <a:ext cx="5540401" cy="3947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D8F28C-E404-44CF-9F42-4614D03DA8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5540401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184933" y="226800"/>
            <a:ext cx="5821067" cy="5943600"/>
          </a:xfrm>
          <a:solidFill>
            <a:schemeClr val="bg2"/>
          </a:solidFill>
        </p:spPr>
        <p:txBody>
          <a:bodyPr anchor="ctr"/>
          <a:lstStyle>
            <a:lvl1pPr algn="ctr">
              <a:defRPr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450C92-8AB0-D5D5-13BD-7EB5581CF1BD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320712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21C2B18-0AB7-EF12-CE2E-0469AA3334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129154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5540401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232800" y="1598613"/>
            <a:ext cx="5959200" cy="4798580"/>
          </a:xfrm>
          <a:solidFill>
            <a:schemeClr val="bg2"/>
          </a:solidFill>
        </p:spPr>
        <p:txBody>
          <a:bodyPr anchor="ctr"/>
          <a:lstStyle>
            <a:lvl1pPr algn="ctr">
              <a:defRPr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C744C-3403-1214-94AE-78F98C2544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129154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18800" y="1598613"/>
            <a:ext cx="11366242" cy="4634787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5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red and purple gradient&#10;&#10;AI-generated content may be incorrect.">
            <a:extLst>
              <a:ext uri="{FF2B5EF4-FFF2-40B4-BE49-F238E27FC236}">
                <a16:creationId xmlns:a16="http://schemas.microsoft.com/office/drawing/2014/main" id="{7E85816F-5B71-2E79-82E7-2CABF170E0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14"/>
            <a:ext cx="12192000" cy="30011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7455600" cy="1283326"/>
          </a:xfrm>
        </p:spPr>
        <p:txBody>
          <a:bodyPr/>
          <a:lstStyle>
            <a:lvl1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18800" y="3223799"/>
            <a:ext cx="7455600" cy="3009601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Click icon to add picture</a:t>
            </a:r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165D2D2-7374-47AC-762B-5B90B919EC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9105600" y="3839712"/>
            <a:ext cx="2667600" cy="1572887"/>
          </a:xfrm>
        </p:spPr>
        <p:txBody>
          <a:bodyPr/>
          <a:lstStyle>
            <a:lvl1pPr>
              <a:lnSpc>
                <a:spcPts val="2100"/>
              </a:lnSpc>
              <a:defRPr sz="1600" b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ts val="2100"/>
              </a:lnSpc>
              <a:buNone/>
              <a:defRPr sz="1600" b="0">
                <a:solidFill>
                  <a:schemeClr val="tx2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262F3639-B29A-EEDE-A22E-D06D68D525F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56218" y="3497622"/>
            <a:ext cx="900000" cy="900000"/>
          </a:xfrm>
          <a:prstGeom prst="rect">
            <a:avLst/>
          </a:prstGeom>
        </p:spPr>
      </p:pic>
      <p:pic>
        <p:nvPicPr>
          <p:cNvPr id="9" name="Picture 15">
            <a:extLst>
              <a:ext uri="{FF2B5EF4-FFF2-40B4-BE49-F238E27FC236}">
                <a16:creationId xmlns:a16="http://schemas.microsoft.com/office/drawing/2014/main" id="{53CCDD09-C108-D5FC-AA2E-625BC298A0D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885042" y="479700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59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2268000"/>
            <a:ext cx="5165303" cy="39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C17EC0-5DA5-39BD-2988-7BAABE735E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6232799" y="2268000"/>
            <a:ext cx="5165303" cy="39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96290-3367-7090-B112-4B9DD2F41BF6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123184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AA4E81-A0FF-3150-D5E3-A6F8B2D008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647804" y="1591386"/>
            <a:ext cx="4810633" cy="4572000"/>
          </a:xfrm>
          <a:prstGeom prst="roundRect">
            <a:avLst>
              <a:gd name="adj" fmla="val 36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799" y="2268000"/>
            <a:ext cx="5677200" cy="39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CFC7DC7-9DCB-F468-BF4A-D0B71A60B5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7464000" y="2197799"/>
            <a:ext cx="3283200" cy="3283201"/>
          </a:xfrm>
        </p:spPr>
        <p:txBody>
          <a:bodyPr anchor="ctr"/>
          <a:lstStyle>
            <a:lvl1pPr algn="ctr">
              <a:defRPr sz="24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357DC-D6E2-351C-BA3F-A58AD668873A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2830000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ack background with white lines&#10;&#10;AI-generated content may be incorrect.">
            <a:extLst>
              <a:ext uri="{FF2B5EF4-FFF2-40B4-BE49-F238E27FC236}">
                <a16:creationId xmlns:a16="http://schemas.microsoft.com/office/drawing/2014/main" id="{15E216DE-030A-37F4-1C50-23C34F0F49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000" y="2318400"/>
            <a:ext cx="1701887" cy="17018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757376" y="2266200"/>
            <a:ext cx="4167963" cy="39107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C17EC0-5DA5-39BD-2988-7BAABE735E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7180521" y="2270014"/>
            <a:ext cx="4217581" cy="39107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8E2275F-C3D4-708D-7122-75C4BFFC0C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578" y="2542436"/>
            <a:ext cx="1252730" cy="1253814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7F927-E048-10A0-BB20-DB4C27705FF9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21769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E11978B-5BB0-82B8-5832-4C56F5630B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941650" y="2504003"/>
            <a:ext cx="3170750" cy="1882597"/>
          </a:xfrm>
        </p:spPr>
        <p:txBody>
          <a:bodyPr/>
          <a:lstStyle>
            <a:lvl1pPr marL="0" indent="0" algn="l">
              <a:lnSpc>
                <a:spcPts val="192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6" name="Picture 15" descr="A black and white symbol&#10;&#10;AI-generated content may be incorrect.">
            <a:extLst>
              <a:ext uri="{FF2B5EF4-FFF2-40B4-BE49-F238E27FC236}">
                <a16:creationId xmlns:a16="http://schemas.microsoft.com/office/drawing/2014/main" id="{98358F68-1614-48FB-7369-425B80301A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732" y="1661358"/>
            <a:ext cx="432000" cy="313807"/>
          </a:xfrm>
          <a:prstGeom prst="rect">
            <a:avLst/>
          </a:prstGeom>
        </p:spPr>
      </p:pic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E9BE643-00EC-120D-BFDF-090558E9B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1915633" y="4737600"/>
            <a:ext cx="2196767" cy="883841"/>
          </a:xfrm>
        </p:spPr>
        <p:txBody>
          <a:bodyPr/>
          <a:lstStyle>
            <a:lvl1pPr marL="0" indent="0" algn="l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37E57E87-9CFD-0AE3-E3F0-5C3E8F51F5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9"/>
          </p:nvPr>
        </p:nvSpPr>
        <p:spPr>
          <a:xfrm>
            <a:off x="965338" y="4525200"/>
            <a:ext cx="801342" cy="805069"/>
          </a:xfrm>
          <a:prstGeom prst="ellipse">
            <a:avLst/>
          </a:prstGeom>
          <a:noFill/>
          <a:ln w="50800">
            <a:gradFill flip="none" rotWithShape="1">
              <a:gsLst>
                <a:gs pos="0">
                  <a:schemeClr val="tx2"/>
                </a:gs>
                <a:gs pos="85000">
                  <a:schemeClr val="accent1"/>
                </a:gs>
              </a:gsLst>
              <a:lin ang="10800000" scaled="1"/>
              <a:tileRect/>
            </a:gradFill>
          </a:ln>
        </p:spPr>
        <p:txBody>
          <a:bodyPr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5FA1E384-185C-03D5-1F22-D0681A66BF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4522138" y="2504003"/>
            <a:ext cx="3147062" cy="1875245"/>
          </a:xfrm>
        </p:spPr>
        <p:txBody>
          <a:bodyPr/>
          <a:lstStyle>
            <a:lvl1pPr marL="0" indent="0" algn="l">
              <a:lnSpc>
                <a:spcPts val="192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1CD226A6-2CF3-C2C1-03C9-23B99EA86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5472433" y="4737600"/>
            <a:ext cx="2196767" cy="883841"/>
          </a:xfrm>
        </p:spPr>
        <p:txBody>
          <a:bodyPr/>
          <a:lstStyle>
            <a:lvl1pPr marL="0" indent="0" algn="l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ECD832BF-7580-AEFE-7E2A-598F7740DA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/>
          </p:nvPr>
        </p:nvSpPr>
        <p:spPr>
          <a:xfrm>
            <a:off x="4522138" y="4525200"/>
            <a:ext cx="801342" cy="805069"/>
          </a:xfrm>
          <a:prstGeom prst="ellipse">
            <a:avLst/>
          </a:prstGeom>
          <a:noFill/>
          <a:ln w="50800">
            <a:gradFill flip="none" rotWithShape="1">
              <a:gsLst>
                <a:gs pos="0">
                  <a:schemeClr val="tx2"/>
                </a:gs>
                <a:gs pos="85000">
                  <a:schemeClr val="accent1"/>
                </a:gs>
              </a:gsLst>
              <a:lin ang="10800000" scaled="1"/>
              <a:tileRect/>
            </a:gradFill>
          </a:ln>
        </p:spPr>
        <p:txBody>
          <a:bodyPr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16661961-5505-0052-D4BF-4BE9A6D45F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8115436" y="2504003"/>
            <a:ext cx="3146400" cy="1882597"/>
          </a:xfrm>
        </p:spPr>
        <p:txBody>
          <a:bodyPr/>
          <a:lstStyle>
            <a:lvl1pPr marL="0" indent="0" algn="l">
              <a:lnSpc>
                <a:spcPts val="192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B9B5E752-A54D-E671-3A00-EA9B340124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9065069" y="4737600"/>
            <a:ext cx="2196767" cy="883841"/>
          </a:xfrm>
        </p:spPr>
        <p:txBody>
          <a:bodyPr/>
          <a:lstStyle>
            <a:lvl1pPr marL="0" indent="0" algn="l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BBB7AF46-46D2-3665-91B9-331D0DAD61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5"/>
          </p:nvPr>
        </p:nvSpPr>
        <p:spPr>
          <a:xfrm>
            <a:off x="8114774" y="4525200"/>
            <a:ext cx="801342" cy="805069"/>
          </a:xfrm>
          <a:prstGeom prst="ellipse">
            <a:avLst/>
          </a:prstGeom>
          <a:noFill/>
          <a:ln w="50800">
            <a:gradFill flip="none" rotWithShape="1">
              <a:gsLst>
                <a:gs pos="0">
                  <a:schemeClr val="tx2"/>
                </a:gs>
                <a:gs pos="85000">
                  <a:schemeClr val="accent1"/>
                </a:gs>
              </a:gsLst>
              <a:lin ang="10800000" scaled="1"/>
              <a:tileRect/>
            </a:gradFill>
          </a:ln>
        </p:spPr>
        <p:txBody>
          <a:bodyPr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2A3E9E3-AFD7-1061-0C57-5D27DDE93C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4015" r="-4015"/>
          <a:stretch/>
        </p:blipFill>
        <p:spPr>
          <a:xfrm>
            <a:off x="11150444" y="5590589"/>
            <a:ext cx="630767" cy="58387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4A350B0-2864-FD13-84BB-245B2A43D8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5251" b="-5251"/>
          <a:stretch/>
        </p:blipFill>
        <p:spPr>
          <a:xfrm rot="5400000">
            <a:off x="393616" y="5481747"/>
            <a:ext cx="630767" cy="6970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DD03E8-95A7-7A49-D308-8AA290EB3641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604261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buNone/>
              <a:defRPr sz="2600" b="0">
                <a:solidFill>
                  <a:schemeClr val="tx2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E11978B-5BB0-82B8-5832-4C56F5630B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941650" y="2504003"/>
            <a:ext cx="3170750" cy="1882597"/>
          </a:xfrm>
        </p:spPr>
        <p:txBody>
          <a:bodyPr/>
          <a:lstStyle>
            <a:lvl1pPr marL="0" indent="0" algn="l">
              <a:lnSpc>
                <a:spcPts val="192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8358F68-1614-48FB-7369-425B80301A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732" y="1662261"/>
            <a:ext cx="432000" cy="312000"/>
          </a:xfrm>
          <a:prstGeom prst="rect">
            <a:avLst/>
          </a:prstGeom>
        </p:spPr>
      </p:pic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E9BE643-00EC-120D-BFDF-090558E9B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1915633" y="4737600"/>
            <a:ext cx="2196767" cy="883841"/>
          </a:xfrm>
        </p:spPr>
        <p:txBody>
          <a:bodyPr/>
          <a:lstStyle>
            <a:lvl1pPr marL="0" indent="0" algn="l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37E57E87-9CFD-0AE3-E3F0-5C3E8F51F59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5338" y="4712163"/>
            <a:ext cx="801342" cy="805069"/>
          </a:xfrm>
          <a:prstGeom prst="roundRect">
            <a:avLst/>
          </a:prstGeom>
          <a:noFill/>
          <a:ln w="50800">
            <a:gradFill flip="none" rotWithShape="1">
              <a:gsLst>
                <a:gs pos="0">
                  <a:schemeClr val="tx2"/>
                </a:gs>
                <a:gs pos="85000">
                  <a:schemeClr val="accent1"/>
                </a:gs>
              </a:gsLst>
              <a:lin ang="10800000" scaled="1"/>
              <a:tileRect/>
            </a:gradFill>
          </a:ln>
        </p:spPr>
        <p:txBody>
          <a:bodyPr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5FA1E384-185C-03D5-1F22-D0681A66BF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4522138" y="2504003"/>
            <a:ext cx="3147062" cy="1875245"/>
          </a:xfrm>
        </p:spPr>
        <p:txBody>
          <a:bodyPr/>
          <a:lstStyle>
            <a:lvl1pPr marL="0" indent="0" algn="l">
              <a:lnSpc>
                <a:spcPts val="192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1CD226A6-2CF3-C2C1-03C9-23B99EA86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5472433" y="4737600"/>
            <a:ext cx="2196767" cy="883841"/>
          </a:xfrm>
        </p:spPr>
        <p:txBody>
          <a:bodyPr/>
          <a:lstStyle>
            <a:lvl1pPr marL="0" indent="0" algn="l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ECD832BF-7580-AEFE-7E2A-598F7740DA0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22138" y="4712163"/>
            <a:ext cx="801342" cy="805069"/>
          </a:xfrm>
          <a:prstGeom prst="roundRect">
            <a:avLst/>
          </a:prstGeom>
          <a:noFill/>
          <a:ln w="50800">
            <a:gradFill flip="none" rotWithShape="1">
              <a:gsLst>
                <a:gs pos="0">
                  <a:schemeClr val="tx2"/>
                </a:gs>
                <a:gs pos="85000">
                  <a:schemeClr val="accent1"/>
                </a:gs>
              </a:gsLst>
              <a:lin ang="10800000" scaled="1"/>
              <a:tileRect/>
            </a:gradFill>
          </a:ln>
        </p:spPr>
        <p:txBody>
          <a:bodyPr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16661961-5505-0052-D4BF-4BE9A6D45F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8115436" y="2504003"/>
            <a:ext cx="3146400" cy="1882597"/>
          </a:xfrm>
        </p:spPr>
        <p:txBody>
          <a:bodyPr/>
          <a:lstStyle>
            <a:lvl1pPr marL="0" indent="0" algn="l">
              <a:lnSpc>
                <a:spcPts val="192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B9B5E752-A54D-E671-3A00-EA9B340124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9065069" y="4737600"/>
            <a:ext cx="2196767" cy="883841"/>
          </a:xfrm>
        </p:spPr>
        <p:txBody>
          <a:bodyPr/>
          <a:lstStyle>
            <a:lvl1pPr marL="0" indent="0" algn="l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BBB7AF46-46D2-3665-91B9-331D0DAD612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14774" y="4712163"/>
            <a:ext cx="801342" cy="805069"/>
          </a:xfrm>
          <a:prstGeom prst="roundRect">
            <a:avLst/>
          </a:prstGeom>
          <a:noFill/>
          <a:ln w="50800">
            <a:gradFill flip="none" rotWithShape="1">
              <a:gsLst>
                <a:gs pos="0">
                  <a:schemeClr val="tx2"/>
                </a:gs>
                <a:gs pos="85000">
                  <a:schemeClr val="accent1"/>
                </a:gs>
              </a:gsLst>
              <a:lin ang="10800000" scaled="1"/>
              <a:tileRect/>
            </a:gradFill>
          </a:ln>
        </p:spPr>
        <p:txBody>
          <a:bodyPr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2A3E9E3-AFD7-1061-0C57-5D27DDE93C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4015" r="-4015"/>
          <a:stretch/>
        </p:blipFill>
        <p:spPr>
          <a:xfrm>
            <a:off x="11150444" y="5590589"/>
            <a:ext cx="630767" cy="58387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4A350B0-2864-FD13-84BB-245B2A43D8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5251" b="-5251"/>
          <a:stretch/>
        </p:blipFill>
        <p:spPr>
          <a:xfrm rot="5400000">
            <a:off x="393616" y="5481747"/>
            <a:ext cx="630767" cy="697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D39B3D-A251-605D-07A3-F7303B815C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2177672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file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8E2275F-C3D4-708D-7122-75C4BFFC0C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7638" y="1720046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BC8FB7-64AD-D6FB-69F3-89DC59C01A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2820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042E351A-26CC-7DB1-CDFC-850424C9453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197200" y="17100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E11978B-5BB0-82B8-5832-4C56F5630B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19692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AFDFAA9B-FBA1-8DA4-D067-FF6863673E9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858828" y="17100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94E12F77-7D24-8E22-4786-98848A62EE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/>
          </p:nvPr>
        </p:nvSpPr>
        <p:spPr>
          <a:xfrm>
            <a:off x="36564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E1457648-22A2-8FC8-DE66-942D28815FE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535955" y="17100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70076243-D04D-8935-7637-4E71CEFE5A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53436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E3BD577D-2698-FE13-5DD1-054E3034E5A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213082" y="17100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F771129F-096A-B16F-D048-DA6D4824FC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/>
          </p:nvPr>
        </p:nvSpPr>
        <p:spPr>
          <a:xfrm>
            <a:off x="70308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972023EF-AAF8-690B-3E39-F5C6120DA07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890209" y="17100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DC58A7A8-4E63-7FD5-D63A-A0619C01E8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/>
          </p:nvPr>
        </p:nvSpPr>
        <p:spPr>
          <a:xfrm>
            <a:off x="87180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78517B79-A1BF-85BD-F7FF-6FD603C6CD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588800" y="17100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5D8089F9-0096-BAA9-3FFA-C66BD5770B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104052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Picture Placeholder 14">
            <a:extLst>
              <a:ext uri="{FF2B5EF4-FFF2-40B4-BE49-F238E27FC236}">
                <a16:creationId xmlns:a16="http://schemas.microsoft.com/office/drawing/2014/main" id="{EA8CE1D1-5E8D-2AD4-0578-D2F697E2EAA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20073" y="39078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DD3DDD48-5087-575E-3A94-1A98113312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2820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EEC05DC6-AD3E-CCF9-7BB6-F1F99D7F1F3E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97200" y="39078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6E7B04BD-195A-1690-3B46-D1674F0AAF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19692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0FDA8781-B429-9B26-8364-1B1AF480D20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858828" y="39078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06EBFD4D-39D1-8A76-776F-4C6E741CD1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36564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Picture Placeholder 14">
            <a:extLst>
              <a:ext uri="{FF2B5EF4-FFF2-40B4-BE49-F238E27FC236}">
                <a16:creationId xmlns:a16="http://schemas.microsoft.com/office/drawing/2014/main" id="{088C3C4A-4EFC-624B-152E-29E7384FD42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535955" y="39078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1119007F-9B9C-69B4-5DFD-0D4C92559D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6"/>
          </p:nvPr>
        </p:nvSpPr>
        <p:spPr>
          <a:xfrm>
            <a:off x="53436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Picture Placeholder 14">
            <a:extLst>
              <a:ext uri="{FF2B5EF4-FFF2-40B4-BE49-F238E27FC236}">
                <a16:creationId xmlns:a16="http://schemas.microsoft.com/office/drawing/2014/main" id="{5FAA1CFE-2A65-9CDA-7168-855F89F6060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213082" y="39078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B2BDF186-6100-7EEE-D8AC-E1CD006353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/>
          </p:nvPr>
        </p:nvSpPr>
        <p:spPr>
          <a:xfrm>
            <a:off x="70308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Picture Placeholder 14">
            <a:extLst>
              <a:ext uri="{FF2B5EF4-FFF2-40B4-BE49-F238E27FC236}">
                <a16:creationId xmlns:a16="http://schemas.microsoft.com/office/drawing/2014/main" id="{5EC525BF-B79E-2BBC-0C2D-B9F5145C430F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890209" y="39078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0F608E7D-DD48-694B-8FCB-66B9D79609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87180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Picture Placeholder 14">
            <a:extLst>
              <a:ext uri="{FF2B5EF4-FFF2-40B4-BE49-F238E27FC236}">
                <a16:creationId xmlns:a16="http://schemas.microsoft.com/office/drawing/2014/main" id="{5EC96C43-7C3E-06CC-2D72-13C28BE4EDB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588800" y="3907800"/>
            <a:ext cx="1116000" cy="111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924355BA-C068-4A63-51A0-00DB0D8614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/>
          </p:nvPr>
        </p:nvSpPr>
        <p:spPr>
          <a:xfrm>
            <a:off x="104052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9" name="Picture 48" descr="A white curved corner on a black background&#10;&#10;AI-generated content may be incorrect.">
            <a:extLst>
              <a:ext uri="{FF2B5EF4-FFF2-40B4-BE49-F238E27FC236}">
                <a16:creationId xmlns:a16="http://schemas.microsoft.com/office/drawing/2014/main" id="{77809AFD-A277-AB94-7B9F-ADD02F7210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417" y="1413004"/>
            <a:ext cx="833630" cy="845822"/>
          </a:xfrm>
          <a:prstGeom prst="rect">
            <a:avLst/>
          </a:prstGeom>
        </p:spPr>
      </p:pic>
      <p:pic>
        <p:nvPicPr>
          <p:cNvPr id="50" name="Picture 49" descr="A white curved corner on a black background&#10;&#10;AI-generated content may be incorrect.">
            <a:extLst>
              <a:ext uri="{FF2B5EF4-FFF2-40B4-BE49-F238E27FC236}">
                <a16:creationId xmlns:a16="http://schemas.microsoft.com/office/drawing/2014/main" id="{F9A7795A-4418-D727-FD90-CD33BE6B5E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1140964" y="5127446"/>
            <a:ext cx="833630" cy="8458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246FD8-2B67-53C3-2BE0-7F2EAEB89344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23993134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BD12743C-4BEE-9AAF-E449-32510B7CC5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7008"/>
          <a:stretch>
            <a:fillRect/>
          </a:stretch>
        </p:blipFill>
        <p:spPr>
          <a:xfrm>
            <a:off x="504" y="3223800"/>
            <a:ext cx="12190992" cy="363391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E262524-CE3E-33C5-CC99-9434169C60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1180800" y="19764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DA498FE9-ADA0-6D49-6A68-C0151505E3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2967722" y="19764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B507296A-B26C-44FA-FE65-D81A7F24E7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751084" y="19764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D7857695-2D9D-9540-33E2-2683ADA3D0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/>
          </p:nvPr>
        </p:nvSpPr>
        <p:spPr>
          <a:xfrm>
            <a:off x="6538006" y="19764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0849E8AB-E5F0-CE32-7E85-8EB765965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/>
          </p:nvPr>
        </p:nvSpPr>
        <p:spPr>
          <a:xfrm>
            <a:off x="8320680" y="19764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EE4A7A45-2496-198D-A2DE-85B418AEB1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10107602" y="19764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30CE1FEE-4DE4-860F-611B-7AA411BB20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/>
          </p:nvPr>
        </p:nvSpPr>
        <p:spPr>
          <a:xfrm>
            <a:off x="1180800" y="36000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C1476764-4E31-8634-4119-F29C53C3B3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2967722" y="36000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2A260E74-466A-9887-BF38-9EAE491D61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/>
          </p:nvPr>
        </p:nvSpPr>
        <p:spPr>
          <a:xfrm>
            <a:off x="4751084" y="36000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37D4CD4D-BF18-5F90-5DB2-E3355AD97C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/>
          </p:nvPr>
        </p:nvSpPr>
        <p:spPr>
          <a:xfrm>
            <a:off x="6538006" y="36000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EB4FC758-C7D5-74B7-BAF8-330F313AC0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/>
          </p:nvPr>
        </p:nvSpPr>
        <p:spPr>
          <a:xfrm>
            <a:off x="8320680" y="36000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0A6516EA-E88C-8CE5-BC2F-492F464C50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5"/>
          </p:nvPr>
        </p:nvSpPr>
        <p:spPr>
          <a:xfrm>
            <a:off x="10107602" y="36000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7577C34-EFEB-3E12-BEF4-8CC691593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/>
          </p:nvPr>
        </p:nvSpPr>
        <p:spPr>
          <a:xfrm>
            <a:off x="1035050" y="4914000"/>
            <a:ext cx="116215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01C0837-9ED2-1FA4-8BBD-4366127789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2822753" y="4914000"/>
            <a:ext cx="116215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AC3C16F1-EC87-6CF4-5BD1-D37F0DF4AE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4610456" y="4914000"/>
            <a:ext cx="116215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D81BD693-D16E-BF7F-2BF4-65DC7BBF67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6398159" y="4914000"/>
            <a:ext cx="116215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1AAB4FA5-60AD-2726-DD1E-7FC6C37C16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8185862" y="4914000"/>
            <a:ext cx="116215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203DBA7-CBB0-FF71-B596-8B6D9C1EE6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9973566" y="4914000"/>
            <a:ext cx="116215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C0A16A-F3A7-74A5-EB76-717551F92602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9581140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32832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7577C34-EFEB-3E12-BEF4-8CC691593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/>
          </p:nvPr>
        </p:nvSpPr>
        <p:spPr>
          <a:xfrm>
            <a:off x="37848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01C0837-9ED2-1FA4-8BBD-4366127789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50160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AC3C16F1-EC87-6CF4-5BD1-D37F0DF4AE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62472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D81BD693-D16E-BF7F-2BF4-65DC7BBF67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74784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1AAB4FA5-60AD-2726-DD1E-7FC6C37C16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87096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203DBA7-CBB0-FF71-B596-8B6D9C1EE6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99408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C6D4F15C-D697-F08B-59AE-FDB0DA9D22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37848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E98CA373-9A10-7B9B-C287-899171AB1F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50160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C37D9D5F-81AC-117C-C8C8-2A531DFFDC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62472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6CB70F15-F1AC-6A0C-B382-D8E6DDA0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74784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53F545BC-F4DD-B017-9460-7D344557DF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6"/>
          </p:nvPr>
        </p:nvSpPr>
        <p:spPr>
          <a:xfrm>
            <a:off x="87096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259B3E4E-492F-A23E-FC0B-D0419556DA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/>
          </p:nvPr>
        </p:nvSpPr>
        <p:spPr>
          <a:xfrm>
            <a:off x="99408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884EFC8D-814A-5074-CD45-758B419A74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/>
          </p:nvPr>
        </p:nvSpPr>
        <p:spPr>
          <a:xfrm>
            <a:off x="37848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78134F43-471F-A64D-BABD-76161FE074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/>
          </p:nvPr>
        </p:nvSpPr>
        <p:spPr>
          <a:xfrm>
            <a:off x="50160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91FBB0DE-9B65-0C57-81A5-E0CA522C3E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62472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110DE893-21B6-CAEA-15EF-24806A84E7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1"/>
          </p:nvPr>
        </p:nvSpPr>
        <p:spPr>
          <a:xfrm>
            <a:off x="74784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0A9A68F6-5107-5363-2689-43B8E73885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/>
          </p:nvPr>
        </p:nvSpPr>
        <p:spPr>
          <a:xfrm>
            <a:off x="87096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3">
            <a:extLst>
              <a:ext uri="{FF2B5EF4-FFF2-40B4-BE49-F238E27FC236}">
                <a16:creationId xmlns:a16="http://schemas.microsoft.com/office/drawing/2014/main" id="{49AE3C3B-33B8-3C0E-EC89-8CCE019125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3"/>
          </p:nvPr>
        </p:nvSpPr>
        <p:spPr>
          <a:xfrm>
            <a:off x="99408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5702891F-EEBF-FCB9-0AB3-F3D1B49375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4"/>
          </p:nvPr>
        </p:nvSpPr>
        <p:spPr>
          <a:xfrm>
            <a:off x="9940800" y="5823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Slide Number Placeholder 5">
            <a:extLst>
              <a:ext uri="{FF2B5EF4-FFF2-40B4-BE49-F238E27FC236}">
                <a16:creationId xmlns:a16="http://schemas.microsoft.com/office/drawing/2014/main" id="{6B61DC24-F5E9-6231-6812-DAAC374AC6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11020800" y="6531429"/>
            <a:ext cx="764242" cy="1900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D8F28C-E404-44CF-9F42-4614D03DA8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425030-B9DC-C50F-CBE4-B9C4374CEEEF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accent2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2688050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32832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7577C34-EFEB-3E12-BEF4-8CC691593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/>
          </p:nvPr>
        </p:nvSpPr>
        <p:spPr>
          <a:xfrm>
            <a:off x="37848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01C0837-9ED2-1FA4-8BBD-4366127789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50160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AC3C16F1-EC87-6CF4-5BD1-D37F0DF4AE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62472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D81BD693-D16E-BF7F-2BF4-65DC7BBF67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74784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1AAB4FA5-60AD-2726-DD1E-7FC6C37C16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87096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203DBA7-CBB0-FF71-B596-8B6D9C1EE6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99408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C6D4F15C-D697-F08B-59AE-FDB0DA9D22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37848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E98CA373-9A10-7B9B-C287-899171AB1F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50160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C37D9D5F-81AC-117C-C8C8-2A531DFFDC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62472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6CB70F15-F1AC-6A0C-B382-D8E6DDA0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74784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53F545BC-F4DD-B017-9460-7D344557DF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6"/>
          </p:nvPr>
        </p:nvSpPr>
        <p:spPr>
          <a:xfrm>
            <a:off x="87096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259B3E4E-492F-A23E-FC0B-D0419556DA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/>
          </p:nvPr>
        </p:nvSpPr>
        <p:spPr>
          <a:xfrm>
            <a:off x="99408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884EFC8D-814A-5074-CD45-758B419A74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/>
          </p:nvPr>
        </p:nvSpPr>
        <p:spPr>
          <a:xfrm>
            <a:off x="37848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78134F43-471F-A64D-BABD-76161FE074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/>
          </p:nvPr>
        </p:nvSpPr>
        <p:spPr>
          <a:xfrm>
            <a:off x="50160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91FBB0DE-9B65-0C57-81A5-E0CA522C3E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62472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110DE893-21B6-CAEA-15EF-24806A84E7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1"/>
          </p:nvPr>
        </p:nvSpPr>
        <p:spPr>
          <a:xfrm>
            <a:off x="74784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0A9A68F6-5107-5363-2689-43B8E73885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/>
          </p:nvPr>
        </p:nvSpPr>
        <p:spPr>
          <a:xfrm>
            <a:off x="87096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3">
            <a:extLst>
              <a:ext uri="{FF2B5EF4-FFF2-40B4-BE49-F238E27FC236}">
                <a16:creationId xmlns:a16="http://schemas.microsoft.com/office/drawing/2014/main" id="{49AE3C3B-33B8-3C0E-EC89-8CCE019125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3"/>
          </p:nvPr>
        </p:nvSpPr>
        <p:spPr>
          <a:xfrm>
            <a:off x="99408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5702891F-EEBF-FCB9-0AB3-F3D1B49375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4"/>
          </p:nvPr>
        </p:nvSpPr>
        <p:spPr>
          <a:xfrm>
            <a:off x="9940800" y="5823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3FDFE45-1163-7F3E-C7CD-C96E2725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739632-440E-E917-AD48-591628A4225B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38331245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39D384-5958-FD7C-0AB8-5586A24ADABF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2831137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bilitie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21EDE5-BDF3-A8DA-A61E-E68904C02B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9459" y="1378800"/>
            <a:ext cx="1803885" cy="3237355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rgbClr val="E749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E11978B-5BB0-82B8-5832-4C56F5630B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243282" y="1990800"/>
            <a:ext cx="1611918" cy="684216"/>
          </a:xfrm>
        </p:spPr>
        <p:txBody>
          <a:bodyPr/>
          <a:lstStyle>
            <a:lvl1pPr marL="0" indent="0" algn="l">
              <a:lnSpc>
                <a:spcPts val="1200"/>
              </a:lnSpc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5D8089F9-0096-BAA9-3FFA-C66BD5770B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8900399" y="5307504"/>
            <a:ext cx="2656973" cy="652296"/>
          </a:xfrm>
        </p:spPr>
        <p:txBody>
          <a:bodyPr/>
          <a:lstStyle>
            <a:lvl1pPr marL="0" indent="0" algn="l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2100"/>
              </a:lnSpc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2A692D18-F545-1A51-C800-323BF80FDC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0800000">
            <a:off x="10888642" y="5292724"/>
            <a:ext cx="896400" cy="8964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C7453182-FA8E-4C1F-7528-66F4CDCAF3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0800000">
            <a:off x="8558400" y="4924349"/>
            <a:ext cx="896400" cy="896400"/>
          </a:xfrm>
          <a:prstGeom prst="rect">
            <a:avLst/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E395B63-7891-2A11-C9EB-AF94CA5AB6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236514" y="3175200"/>
            <a:ext cx="1611918" cy="1348900"/>
          </a:xfrm>
        </p:spPr>
        <p:txBody>
          <a:bodyPr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108000" indent="-10800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3000"/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50E90C5-99E1-1E0B-FEAA-E24E12631B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195473" y="1378800"/>
            <a:ext cx="1803885" cy="3237355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rgbClr val="40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53C78D0C-2F5A-849E-D0D3-EE5097427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2279296" y="1990800"/>
            <a:ext cx="1611918" cy="684216"/>
          </a:xfrm>
        </p:spPr>
        <p:txBody>
          <a:bodyPr/>
          <a:lstStyle>
            <a:lvl1pPr marL="0" indent="0" algn="l">
              <a:lnSpc>
                <a:spcPts val="1200"/>
              </a:lnSpc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AF1009E4-87F8-1282-6CD9-89280DD963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2272528" y="3175200"/>
            <a:ext cx="1611918" cy="1348900"/>
          </a:xfrm>
        </p:spPr>
        <p:txBody>
          <a:bodyPr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108000" indent="-10800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3000"/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844793D-BFFC-F828-E2AD-D370749E7E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218956" y="1378800"/>
            <a:ext cx="1803885" cy="3237355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CD9BE035-F1AB-5751-AA43-29B622F893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4302779" y="1990800"/>
            <a:ext cx="1611918" cy="684216"/>
          </a:xfrm>
        </p:spPr>
        <p:txBody>
          <a:bodyPr/>
          <a:lstStyle>
            <a:lvl1pPr marL="0" indent="0" algn="l">
              <a:lnSpc>
                <a:spcPts val="1200"/>
              </a:lnSpc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3DE96B9B-4AD3-7084-1BBA-23F37D96A8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4296011" y="3175200"/>
            <a:ext cx="1611918" cy="1348900"/>
          </a:xfrm>
        </p:spPr>
        <p:txBody>
          <a:bodyPr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108000" indent="-10800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3000"/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4C8B2D8-1EC1-B261-95ED-D4E575B372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254970" y="1378800"/>
            <a:ext cx="1803885" cy="3237355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D0C9A469-D52C-4670-504C-FC7806A340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/>
          </p:nvPr>
        </p:nvSpPr>
        <p:spPr>
          <a:xfrm>
            <a:off x="6338793" y="1990800"/>
            <a:ext cx="1611918" cy="684216"/>
          </a:xfrm>
        </p:spPr>
        <p:txBody>
          <a:bodyPr/>
          <a:lstStyle>
            <a:lvl1pPr marL="0" indent="0" algn="l">
              <a:lnSpc>
                <a:spcPts val="1200"/>
              </a:lnSpc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54773398-57D2-FC8F-C96D-CC057610A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/>
          </p:nvPr>
        </p:nvSpPr>
        <p:spPr>
          <a:xfrm>
            <a:off x="6332025" y="3175200"/>
            <a:ext cx="1611918" cy="1348900"/>
          </a:xfrm>
        </p:spPr>
        <p:txBody>
          <a:bodyPr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108000" indent="-10800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3000"/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305F163-4863-7A5B-00B6-E0AB743720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290108" y="1378800"/>
            <a:ext cx="1803885" cy="3237355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9BA30A6E-B9E1-4F5F-8A7B-C00CE34428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8373931" y="1990800"/>
            <a:ext cx="1611918" cy="684216"/>
          </a:xfrm>
        </p:spPr>
        <p:txBody>
          <a:bodyPr/>
          <a:lstStyle>
            <a:lvl1pPr marL="0" indent="0" algn="l">
              <a:lnSpc>
                <a:spcPts val="1200"/>
              </a:lnSpc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146D6D30-AFF0-5F84-0B38-32ECC647DA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1"/>
          </p:nvPr>
        </p:nvSpPr>
        <p:spPr>
          <a:xfrm>
            <a:off x="8367163" y="3175200"/>
            <a:ext cx="1611918" cy="1348900"/>
          </a:xfrm>
        </p:spPr>
        <p:txBody>
          <a:bodyPr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108000" indent="-10800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3000"/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1ED27DA-8546-2DD4-D4B3-2E90719CC0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242915" y="1378800"/>
            <a:ext cx="1803885" cy="3237355"/>
          </a:xfrm>
          <a:prstGeom prst="roundRect">
            <a:avLst>
              <a:gd name="adj" fmla="val 2625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696FB6B-D475-FDD2-614C-2CF3A8D17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 hasCustomPrompt="1"/>
          </p:nvPr>
        </p:nvSpPr>
        <p:spPr>
          <a:xfrm>
            <a:off x="10313592" y="1609200"/>
            <a:ext cx="1625065" cy="382503"/>
          </a:xfrm>
        </p:spPr>
        <p:txBody>
          <a:bodyPr/>
          <a:lstStyle>
            <a:lvl1pPr marL="0" indent="0" algn="l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21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ts val="1400"/>
              </a:lnSpc>
              <a:buNone/>
              <a:defRPr sz="100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94EF4FAF-FACF-D6E3-46D5-17373EAA84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4"/>
          </p:nvPr>
        </p:nvSpPr>
        <p:spPr>
          <a:xfrm>
            <a:off x="10319970" y="1990800"/>
            <a:ext cx="1611918" cy="2516021"/>
          </a:xfrm>
        </p:spPr>
        <p:txBody>
          <a:bodyPr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108000" indent="-10800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3000"/>
              <a:buFont typeface="Arial" panose="020B0604020202020204" pitchFamily="34" charset="0"/>
              <a:buChar char="•"/>
              <a:defRPr sz="10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92F848C-7EE1-3D32-F684-E882E8ABB1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5801" y="2764464"/>
            <a:ext cx="10238188" cy="317045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29000">
                <a:schemeClr val="accent4"/>
              </a:gs>
              <a:gs pos="66000">
                <a:schemeClr val="accent3"/>
              </a:gs>
              <a:gs pos="50000">
                <a:schemeClr val="accent5"/>
              </a:gs>
              <a:gs pos="89000">
                <a:srgbClr val="E7491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097989C3-98B8-339F-0A36-E0687F8F32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5075" y="2822400"/>
            <a:ext cx="192024" cy="192024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8C3D360D-DF45-CC08-A4C9-3C85CC78BA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954" y="2822400"/>
            <a:ext cx="192024" cy="19202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674EEE54-C223-960C-EC21-C577CCFB56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9282" y="2822400"/>
            <a:ext cx="192024" cy="192024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EBB97787-133B-B756-F4D6-3E432F35FD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91315" y="2822400"/>
            <a:ext cx="192024" cy="192024"/>
          </a:xfrm>
          <a:prstGeom prst="rect">
            <a:avLst/>
          </a:prstGeom>
        </p:spPr>
      </p:pic>
      <p:pic>
        <p:nvPicPr>
          <p:cNvPr id="86" name="Picture 85" descr="A blue circle with white stripes&#10;&#10;AI-generated content may be incorrect.">
            <a:extLst>
              <a:ext uri="{FF2B5EF4-FFF2-40B4-BE49-F238E27FC236}">
                <a16:creationId xmlns:a16="http://schemas.microsoft.com/office/drawing/2014/main" id="{62081B02-4783-24AE-9AE9-0F09C085BC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8816" y="2729840"/>
            <a:ext cx="342901" cy="342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A8AD0F-319F-12EF-A734-38BA28F664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9200" y="1584000"/>
            <a:ext cx="1499619" cy="224028"/>
          </a:xfrm>
          <a:prstGeom prst="rect">
            <a:avLst/>
          </a:prstGeom>
        </p:spPr>
      </p:pic>
      <p:pic>
        <p:nvPicPr>
          <p:cNvPr id="12" name="Picture 1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513A295-8F9C-1C46-4B3F-59E087FF8C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6800" y="1584000"/>
            <a:ext cx="1289307" cy="228600"/>
          </a:xfrm>
          <a:prstGeom prst="rect">
            <a:avLst/>
          </a:prstGeom>
        </p:spPr>
      </p:pic>
      <p:pic>
        <p:nvPicPr>
          <p:cNvPr id="15" name="Picture 14" descr="A blue letters on a black background&#10;&#10;AI-generated content may be incorrect.">
            <a:extLst>
              <a:ext uri="{FF2B5EF4-FFF2-40B4-BE49-F238E27FC236}">
                <a16:creationId xmlns:a16="http://schemas.microsoft.com/office/drawing/2014/main" id="{9193E50A-DC54-4CCA-B956-C7E3F5AC9A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0800" y="1584000"/>
            <a:ext cx="923546" cy="2286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7D07CE3-3B0F-D981-EF64-482F839E11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0" y="1584000"/>
            <a:ext cx="1335027" cy="224028"/>
          </a:xfrm>
          <a:prstGeom prst="rect">
            <a:avLst/>
          </a:prstGeom>
        </p:spPr>
      </p:pic>
      <p:pic>
        <p:nvPicPr>
          <p:cNvPr id="44" name="Picture 43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4CE824E-E69B-3B84-34D8-D39235DB32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000" y="1584000"/>
            <a:ext cx="1083566" cy="2514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28A670-F3F9-CF2D-BA16-610DFEB57104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221594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bilitie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EF8CF3C-4A00-9BDF-37E5-B5B8F4F472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261213" y="0"/>
            <a:ext cx="693078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D8F28C-E404-44CF-9F42-4614D03DA8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4176000" cy="691190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A78C925-9FD1-F7DE-8D92-F690B6CF2B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799" y="1035646"/>
            <a:ext cx="4176000" cy="3666193"/>
          </a:xfrm>
        </p:spPr>
        <p:txBody>
          <a:bodyPr/>
          <a:lstStyle>
            <a:lvl1pPr>
              <a:lnSpc>
                <a:spcPts val="3020"/>
              </a:lnSpc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3EA74E-BF7A-C3B1-B9B9-3147021A5E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791200" y="502200"/>
            <a:ext cx="5853600" cy="5853600"/>
            <a:chOff x="398521" y="510460"/>
            <a:chExt cx="5853600" cy="5853600"/>
          </a:xfrm>
        </p:grpSpPr>
        <p:pic>
          <p:nvPicPr>
            <p:cNvPr id="9" name="Picture 8" descr="A circular diagram of a company&#10;&#10;AI-generated content may be incorrect.">
              <a:extLst>
                <a:ext uri="{FF2B5EF4-FFF2-40B4-BE49-F238E27FC236}">
                  <a16:creationId xmlns:a16="http://schemas.microsoft.com/office/drawing/2014/main" id="{56982B6A-3881-9C1E-FAAF-124FB1CDA95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21" y="510460"/>
              <a:ext cx="5853600" cy="58536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2A8A6E-52FF-EE6D-110E-EAD84C24BE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11530" y="1543560"/>
              <a:ext cx="1627582" cy="923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700" marR="508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F075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Calibri"/>
                </a:rPr>
                <a:t>Horizon scanning and industry analysis identifies new challenges and opportunities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1C4F34-F07D-08A0-9F8E-99529CF357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62438" y="2795733"/>
              <a:ext cx="1627582" cy="923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700" marR="508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F075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Calibri"/>
                </a:rPr>
                <a:t>Members ideate and experiment with solutions to these challenges and opportunities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B39B574-A37E-29B1-EB4E-76CC67C8C4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38200" y="2787680"/>
              <a:ext cx="1627582" cy="7514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700" marR="508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F075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Calibri"/>
                </a:rPr>
                <a:t>Industry-wide adoption of ODA brings benefits of standardization</a:t>
              </a:r>
            </a:p>
            <a:p>
              <a:pPr marL="12700" marR="508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F075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Calibri"/>
                </a:rPr>
                <a:t>and interoperability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273C34-EAB6-14C7-E2A0-90974C96C21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24000" y="4694533"/>
              <a:ext cx="1627582" cy="7514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700" marR="508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F075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Calibri"/>
                </a:rPr>
                <a:t>Member companies uplift their people’s capabilities in ODA and its application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4614DA-BA09-9FC5-FB7B-E8BC5661372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55887" y="4694533"/>
              <a:ext cx="1627582" cy="7514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700" marR="508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F075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Calibri"/>
                </a:rPr>
                <a:t>Members collaborate to </a:t>
              </a:r>
              <a:r>
                <a:rPr kumimoji="0" lang="en-GB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F075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Calibri"/>
                </a:rPr>
                <a:t>patternize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F075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Calibri"/>
                </a:rPr>
                <a:t> solutions and add to ODA knowledge and practical toolkits</a:t>
              </a:r>
            </a:p>
          </p:txBody>
        </p: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6ABAC5A-3E3A-BBE2-A016-FA35444E45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395338" y="5152196"/>
            <a:ext cx="4176000" cy="1224000"/>
          </a:xfrm>
        </p:spPr>
        <p:txBody>
          <a:bodyPr/>
          <a:lstStyle>
            <a:lvl1pPr>
              <a:lnSpc>
                <a:spcPts val="3020"/>
              </a:lnSpc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D9C24A-A68C-AB9B-AEB2-9592BEFCE916}"/>
              </a:ext>
            </a:extLst>
          </p:cNvPr>
          <p:cNvPicPr/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62766" y="3034789"/>
            <a:ext cx="1139916" cy="7884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1B7FA8-27BC-D962-E590-ED86F327E7C1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6891025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bilities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 descr="A close up of a red and purple gradient&#10;&#10;AI-generated content may be incorrect.">
            <a:extLst>
              <a:ext uri="{FF2B5EF4-FFF2-40B4-BE49-F238E27FC236}">
                <a16:creationId xmlns:a16="http://schemas.microsoft.com/office/drawing/2014/main" id="{9DAA7FAC-F263-784D-9862-8B6E7F9607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14"/>
            <a:ext cx="12192000" cy="3001122"/>
          </a:xfrm>
          <a:prstGeom prst="rect">
            <a:avLst/>
          </a:prstGeom>
        </p:spPr>
      </p:pic>
      <p:sp>
        <p:nvSpPr>
          <p:cNvPr id="102" name="Text Placeholder 100">
            <a:extLst>
              <a:ext uri="{FF2B5EF4-FFF2-40B4-BE49-F238E27FC236}">
                <a16:creationId xmlns:a16="http://schemas.microsoft.com/office/drawing/2014/main" id="{840DC1D0-238F-9695-4920-306174D2D6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6" hasCustomPrompt="1"/>
          </p:nvPr>
        </p:nvSpPr>
        <p:spPr>
          <a:xfrm>
            <a:off x="2737365" y="4214718"/>
            <a:ext cx="811212" cy="810000"/>
          </a:xfrm>
          <a:solidFill>
            <a:schemeClr val="accent3"/>
          </a:solidFill>
        </p:spPr>
        <p:txBody>
          <a:bodyPr anchor="ctr"/>
          <a:lstStyle>
            <a:lvl1pPr algn="ctr">
              <a:defRPr b="0">
                <a:noFill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03" name="Text Placeholder 100">
            <a:extLst>
              <a:ext uri="{FF2B5EF4-FFF2-40B4-BE49-F238E27FC236}">
                <a16:creationId xmlns:a16="http://schemas.microsoft.com/office/drawing/2014/main" id="{7CF9A1F9-8503-4034-28AB-92554EDBCD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7" hasCustomPrompt="1"/>
          </p:nvPr>
        </p:nvSpPr>
        <p:spPr>
          <a:xfrm>
            <a:off x="4779600" y="4214718"/>
            <a:ext cx="811212" cy="810000"/>
          </a:xfrm>
          <a:solidFill>
            <a:schemeClr val="accent5"/>
          </a:solidFill>
        </p:spPr>
        <p:txBody>
          <a:bodyPr anchor="ctr"/>
          <a:lstStyle>
            <a:lvl1pPr algn="ctr">
              <a:defRPr b="0">
                <a:noFill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04" name="Text Placeholder 100">
            <a:extLst>
              <a:ext uri="{FF2B5EF4-FFF2-40B4-BE49-F238E27FC236}">
                <a16:creationId xmlns:a16="http://schemas.microsoft.com/office/drawing/2014/main" id="{0EFC3281-5E66-F929-F02E-0B00B9146D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8" hasCustomPrompt="1"/>
          </p:nvPr>
        </p:nvSpPr>
        <p:spPr>
          <a:xfrm>
            <a:off x="6796862" y="4217071"/>
            <a:ext cx="811212" cy="810000"/>
          </a:xfrm>
          <a:solidFill>
            <a:schemeClr val="accent4"/>
          </a:solidFill>
        </p:spPr>
        <p:txBody>
          <a:bodyPr anchor="ctr"/>
          <a:lstStyle>
            <a:lvl1pPr algn="ctr">
              <a:defRPr b="0">
                <a:noFill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05" name="Text Placeholder 100">
            <a:extLst>
              <a:ext uri="{FF2B5EF4-FFF2-40B4-BE49-F238E27FC236}">
                <a16:creationId xmlns:a16="http://schemas.microsoft.com/office/drawing/2014/main" id="{6E894024-FAA6-C545-4B30-41F9650D69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9" hasCustomPrompt="1"/>
          </p:nvPr>
        </p:nvSpPr>
        <p:spPr>
          <a:xfrm>
            <a:off x="8837885" y="4214718"/>
            <a:ext cx="811212" cy="810000"/>
          </a:xfrm>
          <a:solidFill>
            <a:schemeClr val="accent1"/>
          </a:solidFill>
        </p:spPr>
        <p:txBody>
          <a:bodyPr anchor="ctr"/>
          <a:lstStyle>
            <a:lvl1pPr algn="ctr">
              <a:defRPr b="0">
                <a:noFill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EF23D3-FAB1-8075-06CE-09ED86D7E1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8F4CD9E7-E998-CAC9-8B6B-C9031D59C2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>
          <a:xfrm>
            <a:off x="418799" y="1602000"/>
            <a:ext cx="5832000" cy="1215386"/>
          </a:xfrm>
        </p:spPr>
        <p:txBody>
          <a:bodyPr/>
          <a:lstStyle>
            <a:lvl1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1pPr>
            <a:lvl2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2pPr>
            <a:lvl3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3pPr>
            <a:lvl4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4pPr>
            <a:lvl5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BACB058E-74C7-6B8F-AFAC-A4AD0EEA40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5" hasCustomPrompt="1"/>
          </p:nvPr>
        </p:nvSpPr>
        <p:spPr>
          <a:xfrm>
            <a:off x="715188" y="4214718"/>
            <a:ext cx="811212" cy="810000"/>
          </a:xfrm>
          <a:solidFill>
            <a:schemeClr val="accent2"/>
          </a:solidFill>
        </p:spPr>
        <p:txBody>
          <a:bodyPr anchor="ctr"/>
          <a:lstStyle>
            <a:lvl1pPr algn="ctr">
              <a:defRPr b="0">
                <a:noFill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16478E-D22C-52AB-7516-FF931221C9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9600" y="3587940"/>
            <a:ext cx="1499619" cy="224028"/>
          </a:xfrm>
          <a:prstGeom prst="rect">
            <a:avLst/>
          </a:prstGeom>
        </p:spPr>
      </p:pic>
      <p:pic>
        <p:nvPicPr>
          <p:cNvPr id="13" name="Picture 1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B85238B-5E13-FF19-3C5C-3147F9F75A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7200" y="3587940"/>
            <a:ext cx="1289307" cy="228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C02DAB-B855-72EE-1165-FFC7379C55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6400" y="3587940"/>
            <a:ext cx="1335027" cy="224028"/>
          </a:xfrm>
          <a:prstGeom prst="rect">
            <a:avLst/>
          </a:prstGeom>
        </p:spPr>
      </p:pic>
      <p:pic>
        <p:nvPicPr>
          <p:cNvPr id="18" name="Picture 17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16E575A8-ACB0-3CBD-B22B-7BF6EB917E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400" y="3587940"/>
            <a:ext cx="1083566" cy="251460"/>
          </a:xfrm>
          <a:prstGeom prst="rect">
            <a:avLst/>
          </a:prstGeom>
        </p:spPr>
      </p:pic>
      <p:pic>
        <p:nvPicPr>
          <p:cNvPr id="20" name="Picture 19" descr="A blue letters on a black background&#10;&#10;AI-generated content may be incorrect.">
            <a:extLst>
              <a:ext uri="{FF2B5EF4-FFF2-40B4-BE49-F238E27FC236}">
                <a16:creationId xmlns:a16="http://schemas.microsoft.com/office/drawing/2014/main" id="{B6C52DCD-3364-4053-E867-A614DDC18A1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5772" y="3583368"/>
            <a:ext cx="923546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098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- 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81505" y="2210305"/>
            <a:ext cx="7920000" cy="3681096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0B5ECD-3C24-BA1A-E399-793B0533F361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42451707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-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81505" y="2210305"/>
            <a:ext cx="7920000" cy="3681096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AFE9F-9F29-80AA-B6A0-3871A732B957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3797462741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81505" y="2210305"/>
            <a:ext cx="7920000" cy="3681096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ED4CC-50D3-F6E7-4898-84EA3B2172BC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470514203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-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81505" y="2210305"/>
            <a:ext cx="7920000" cy="3681096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91A745-FD55-B94E-9560-0EA15E6FBE6E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739803707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-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81505" y="2210305"/>
            <a:ext cx="7920000" cy="3681096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7F199-A54C-C9ED-DB91-138AE6AD424C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05044663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ssion 1 - Intr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2869F40-8E25-50E3-30FD-FD66FADEF1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4469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5245240" y="2221787"/>
            <a:ext cx="6539802" cy="3669614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E552945-3301-A8C6-9A04-166907AB37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5245240" y="298101"/>
            <a:ext cx="6539802" cy="1557700"/>
          </a:xfrm>
        </p:spPr>
        <p:txBody>
          <a:bodyPr/>
          <a:lstStyle>
            <a:lvl1pPr marL="0" indent="0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9B6C7-FEE5-2E62-EAF2-497E7D0C7730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935962507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ssion 1 - Layou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26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7EAC2-C273-B0FA-5DE1-DA0DD82C0561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9219136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1 -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F70D2-ACFB-BB4A-E636-ED45652D1A97}"/>
              </a:ext>
            </a:extLst>
          </p:cNvPr>
          <p:cNvPicPr preferRelativeResize="0"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44000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9" name="Picture 8" descr="A pattern of red and white squares&#10;&#10;AI-generated content may be incorrect.">
            <a:extLst>
              <a:ext uri="{FF2B5EF4-FFF2-40B4-BE49-F238E27FC236}">
                <a16:creationId xmlns:a16="http://schemas.microsoft.com/office/drawing/2014/main" id="{EC169E44-EF36-52F6-72FC-371505275A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056" r="13683"/>
          <a:stretch>
            <a:fillRect/>
          </a:stretch>
        </p:blipFill>
        <p:spPr>
          <a:xfrm>
            <a:off x="10483200" y="0"/>
            <a:ext cx="1708800" cy="137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0068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1 -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F70D2-ACFB-BB4A-E636-ED45652D1A97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09F1F4-5EE7-774C-F580-2C56AE7D0D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22" r="13683" b="10653"/>
          <a:stretch>
            <a:fillRect/>
          </a:stretch>
        </p:blipFill>
        <p:spPr>
          <a:xfrm>
            <a:off x="10483200" y="1"/>
            <a:ext cx="1708800" cy="640382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44000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072823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1 -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pink squares&#10;&#10;AI-generated content may be incorrect.">
            <a:extLst>
              <a:ext uri="{FF2B5EF4-FFF2-40B4-BE49-F238E27FC236}">
                <a16:creationId xmlns:a16="http://schemas.microsoft.com/office/drawing/2014/main" id="{3609F1F4-5EE7-774C-F580-2C56AE7D0D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14" r="13319" b="10430"/>
          <a:stretch>
            <a:fillRect/>
          </a:stretch>
        </p:blipFill>
        <p:spPr>
          <a:xfrm>
            <a:off x="10476000" y="1"/>
            <a:ext cx="1716000" cy="64061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561259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ssion 2 - Intr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2869F40-8E25-50E3-30FD-FD66FADEF1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88132" cy="6857143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5245240" y="2221787"/>
            <a:ext cx="6539802" cy="3669614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E552945-3301-A8C6-9A04-166907AB37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5245240" y="298101"/>
            <a:ext cx="6539802" cy="1557700"/>
          </a:xfrm>
        </p:spPr>
        <p:txBody>
          <a:bodyPr/>
          <a:lstStyle>
            <a:lvl1pPr marL="0" indent="0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51A73-B787-0B9D-1E27-3B1994E26BD8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528982039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ssion 2 - Layou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26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0FAAEA-BA6F-105F-FB4F-2B3FCD31D0DD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3905454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2 -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E4C7CD-B791-E708-CACB-490D8DFB1656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9" name="Picture 8" descr="A red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0EF528CB-57B2-A396-8C14-26DC167701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836" r="4814" b="7046"/>
          <a:stretch>
            <a:fillRect/>
          </a:stretch>
        </p:blipFill>
        <p:spPr>
          <a:xfrm>
            <a:off x="10490400" y="0"/>
            <a:ext cx="1701600" cy="142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090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2 -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E4C7CD-B791-E708-CACB-490D8DFB1656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09F1F4-5EE7-774C-F580-2C56AE7D0D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40" r="4613" b="11244"/>
          <a:stretch>
            <a:fillRect/>
          </a:stretch>
        </p:blipFill>
        <p:spPr>
          <a:xfrm>
            <a:off x="10486800" y="0"/>
            <a:ext cx="1705200" cy="63949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269352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2 -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09F1F4-5EE7-774C-F580-2C56AE7D0D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40" r="4613" b="11164"/>
          <a:stretch>
            <a:fillRect/>
          </a:stretch>
        </p:blipFill>
        <p:spPr>
          <a:xfrm>
            <a:off x="10486800" y="0"/>
            <a:ext cx="1705200" cy="64008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918221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ssion 3 - Intr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ink squares on a black background&#10;&#10;AI-generated content may be incorrect.">
            <a:extLst>
              <a:ext uri="{FF2B5EF4-FFF2-40B4-BE49-F238E27FC236}">
                <a16:creationId xmlns:a16="http://schemas.microsoft.com/office/drawing/2014/main" id="{E7B4E58D-7629-803A-0553-108A691592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346546" cy="6857571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5245240" y="2221787"/>
            <a:ext cx="6539802" cy="3669614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E552945-3301-A8C6-9A04-166907AB37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5245240" y="298101"/>
            <a:ext cx="6539802" cy="1557700"/>
          </a:xfrm>
        </p:spPr>
        <p:txBody>
          <a:bodyPr/>
          <a:lstStyle>
            <a:lvl1pPr marL="0" indent="0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AA14E-E78C-5F09-0960-53BAF4130E92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2572739252"/>
      </p:ext>
    </p:extLst>
  </p:cSld>
  <p:clrMapOvr>
    <a:masterClrMapping/>
  </p:clrMapOvr>
  <p:hf hd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ssion 3 - Layou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26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553D7E-159D-7AFA-CE9E-F3E1765CE329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21258050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3 -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E1A1BC-EEF9-A30D-0FC0-C19C078F2DE8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9" name="Picture 8" descr="A red and white rectangles on a black background&#10;&#10;AI-generated content may be incorrect.">
            <a:extLst>
              <a:ext uri="{FF2B5EF4-FFF2-40B4-BE49-F238E27FC236}">
                <a16:creationId xmlns:a16="http://schemas.microsoft.com/office/drawing/2014/main" id="{E3C6B560-7B7B-0FCD-20F7-60CABCA40C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964" r="14152" b="536"/>
          <a:stretch>
            <a:fillRect/>
          </a:stretch>
        </p:blipFill>
        <p:spPr>
          <a:xfrm>
            <a:off x="10482883" y="0"/>
            <a:ext cx="1711306" cy="141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805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3 -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E1A1BC-EEF9-A30D-0FC0-C19C078F2DE8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09F1F4-5EE7-774C-F580-2C56AE7D0D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24" r="14309" b="8146"/>
          <a:stretch>
            <a:fillRect/>
          </a:stretch>
        </p:blipFill>
        <p:spPr>
          <a:xfrm>
            <a:off x="10476000" y="1"/>
            <a:ext cx="1716000" cy="640255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091449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3 -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09F1F4-5EE7-774C-F580-2C56AE7D0D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65" r="14309" b="8766"/>
          <a:stretch>
            <a:fillRect/>
          </a:stretch>
        </p:blipFill>
        <p:spPr>
          <a:xfrm>
            <a:off x="10476000" y="0"/>
            <a:ext cx="1716000" cy="639100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976723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84EFC0-7824-61EB-6CD0-E1F103F0B5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17" r="-78"/>
          <a:stretch/>
        </p:blipFill>
        <p:spPr>
          <a:xfrm>
            <a:off x="5280564" y="1903643"/>
            <a:ext cx="6911436" cy="495435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864111" y="1982407"/>
            <a:ext cx="4240799" cy="1299599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7200" b="1" spc="-50" baseline="0">
                <a:solidFill>
                  <a:schemeClr val="bg1"/>
                </a:solidFill>
              </a:defRPr>
            </a:lvl1pPr>
            <a:lvl2pPr marL="0" indent="0">
              <a:lnSpc>
                <a:spcPts val="3000"/>
              </a:lnSpc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Thank you 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7A4C075-C136-5F4C-BAD9-CDF4D756ED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864111" y="3514864"/>
            <a:ext cx="4274289" cy="2308136"/>
          </a:xfrm>
        </p:spPr>
        <p:txBody>
          <a:bodyPr/>
          <a:lstStyle>
            <a:lvl1pPr marL="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  <a:defRPr sz="26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ts val="1920"/>
              </a:lnSpc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023A6ED-73A4-1932-777A-48F3D22DC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916801" y="1103401"/>
            <a:ext cx="4787998" cy="5754170"/>
          </a:xfrm>
        </p:spPr>
        <p:txBody>
          <a:bodyPr anchor="ctr"/>
          <a:lstStyle>
            <a:lvl1pPr algn="ctr"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B70212-0341-2DCD-B46C-A9A51DFDB1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EF17A-AFF9-523D-94A8-99E85CDABF52}"/>
              </a:ext>
            </a:extLst>
          </p:cNvPr>
          <p:cNvSpPr txBox="1"/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8354569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Image - Op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8714833-CBB9-1DDD-72EC-3606FC9778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" r="2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227222-97F2-EF37-CCAF-D5FBEF112DA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" b="299"/>
          <a:stretch/>
        </p:blipFill>
        <p:spPr>
          <a:xfrm>
            <a:off x="0" y="6403538"/>
            <a:ext cx="12192000" cy="4544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2268000"/>
            <a:ext cx="4993200" cy="39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49932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46F5E4-AFBC-9F9C-ED1E-F7E179F40B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23679688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Opt 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DE717A-961A-1F01-EFF7-76C93ECDB3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728000" y="2129400"/>
            <a:ext cx="6360688" cy="4377763"/>
          </a:xfrm>
        </p:spPr>
        <p:txBody>
          <a:bodyPr/>
          <a:lstStyle>
            <a:lvl1pPr marL="0" indent="0">
              <a:lnSpc>
                <a:spcPts val="5600"/>
              </a:lnSpc>
              <a:spcAft>
                <a:spcPts val="0"/>
              </a:spcAft>
              <a:buFont typeface="Arial" panose="020B0604020202020204" pitchFamily="34" charset="0"/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3600"/>
              </a:lnSpc>
              <a:spcBef>
                <a:spcPts val="1200"/>
              </a:spcBef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  <a:latin typeface="Aptos Light" panose="020B0004020202020204" pitchFamily="34" charset="0"/>
              </a:defRPr>
            </a:lvl2pPr>
            <a:lvl3pPr marL="0" indent="0">
              <a:lnSpc>
                <a:spcPts val="3000"/>
              </a:lnSpc>
              <a:spcBef>
                <a:spcPts val="1200"/>
              </a:spcBef>
              <a:buNone/>
              <a:defRPr sz="2400">
                <a:solidFill>
                  <a:schemeClr val="bg1"/>
                </a:solidFill>
                <a:latin typeface="Aptos Light" panose="020B0004020202020204" pitchFamily="34" charset="0"/>
              </a:defRPr>
            </a:lvl3pPr>
            <a:lvl4pPr marL="0" indent="0"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Title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E73F972-DD14-E74C-929B-B06B1C23E7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6493" y="474774"/>
            <a:ext cx="1568402" cy="87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870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Opt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gradient&#10;&#10;AI-generated content may be incorrect.">
            <a:extLst>
              <a:ext uri="{FF2B5EF4-FFF2-40B4-BE49-F238E27FC236}">
                <a16:creationId xmlns:a16="http://schemas.microsoft.com/office/drawing/2014/main" id="{F4BA54E8-BB7B-81DC-FADD-DE02FA2BFD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320785" cy="6858000"/>
          </a:xfrm>
          <a:prstGeom prst="rect">
            <a:avLst/>
          </a:prstGeom>
        </p:spPr>
      </p:pic>
      <p:pic>
        <p:nvPicPr>
          <p:cNvPr id="9" name="Picture 8" descr="A red and black gradient&#10;&#10;AI-generated content may be incorrect.">
            <a:extLst>
              <a:ext uri="{FF2B5EF4-FFF2-40B4-BE49-F238E27FC236}">
                <a16:creationId xmlns:a16="http://schemas.microsoft.com/office/drawing/2014/main" id="{54309C6E-E774-ACB3-93FD-9193BB41B6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061000"/>
            <a:ext cx="8965710" cy="349911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755ED1A-F732-50AB-461A-58E28D500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457908" y="5891400"/>
            <a:ext cx="7920000" cy="752400"/>
          </a:xfrm>
        </p:spPr>
        <p:txBody>
          <a:bodyPr/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sz="20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487200" y="2608200"/>
            <a:ext cx="7920000" cy="2530800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1">
                <a:solidFill>
                  <a:schemeClr val="bg1"/>
                </a:solidFill>
              </a:defRPr>
            </a:lvl1pPr>
            <a:lvl2pPr marL="0" indent="0">
              <a:lnSpc>
                <a:spcPts val="4320"/>
              </a:lnSpc>
              <a:spcBef>
                <a:spcPts val="1000"/>
              </a:spcBef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E010-66F4-9611-CFC1-53980F9CED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9105600" y="6213460"/>
            <a:ext cx="2640313" cy="515499"/>
          </a:xfrm>
          <a:prstGeom prst="rect">
            <a:avLst/>
          </a:prstGeom>
        </p:spPr>
        <p:txBody>
          <a:bodyPr/>
          <a:lstStyle>
            <a:lvl1pPr algn="r">
              <a:defRPr sz="1800"/>
            </a:lvl1pPr>
          </a:lstStyle>
          <a:p>
            <a:r>
              <a:rPr lang="en-GB"/>
              <a:t>Date Month 2026</a:t>
            </a:r>
          </a:p>
        </p:txBody>
      </p:sp>
      <p:pic>
        <p:nvPicPr>
          <p:cNvPr id="13" name="Picture 12" descr="A black and pink rectangle with a black background&#10;&#10;AI-generated content may be incorrect.">
            <a:extLst>
              <a:ext uri="{FF2B5EF4-FFF2-40B4-BE49-F238E27FC236}">
                <a16:creationId xmlns:a16="http://schemas.microsoft.com/office/drawing/2014/main" id="{8D969FF2-6F5A-18E9-B1E0-34C9CE8DAB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4000" y="624600"/>
            <a:ext cx="3759716" cy="3759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A8A6CC-6DC3-5071-B00B-1A0B51F0EB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3200" y="367200"/>
            <a:ext cx="1423419" cy="9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59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68C72A8-9EBA-AAE2-EF10-9884B92F8C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9" b="299"/>
          <a:stretch/>
        </p:blipFill>
        <p:spPr>
          <a:xfrm>
            <a:off x="0" y="6403538"/>
            <a:ext cx="12192000" cy="4544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EAC07-BE10-A26A-3FC4-BD174ACF9E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8800" y="282601"/>
            <a:ext cx="9234000" cy="11872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1D4D7-86E3-F576-0712-267D640A8F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418800" y="1598474"/>
            <a:ext cx="9234000" cy="45784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731DC-D737-DCC5-DB49-BF5555986C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020800" y="6531429"/>
            <a:ext cx="764242" cy="19004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DD8F28C-E404-44CF-9F42-4614D03DA8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26ABD-D0FC-63A7-1FA1-DE8977616D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385911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62" r:id="rId3"/>
    <p:sldLayoutId id="2147483712" r:id="rId4"/>
    <p:sldLayoutId id="2147483711" r:id="rId5"/>
    <p:sldLayoutId id="2147483657" r:id="rId6"/>
    <p:sldLayoutId id="2147483680" r:id="rId7"/>
    <p:sldLayoutId id="2147483681" r:id="rId8"/>
    <p:sldLayoutId id="2147483654" r:id="rId9"/>
    <p:sldLayoutId id="2147483658" r:id="rId10"/>
    <p:sldLayoutId id="2147483655" r:id="rId11"/>
    <p:sldLayoutId id="2147483666" r:id="rId12"/>
    <p:sldLayoutId id="2147483667" r:id="rId13"/>
    <p:sldLayoutId id="2147483669" r:id="rId14"/>
    <p:sldLayoutId id="2147483674" r:id="rId15"/>
    <p:sldLayoutId id="2147483710" r:id="rId16"/>
    <p:sldLayoutId id="2147483670" r:id="rId17"/>
    <p:sldLayoutId id="2147483707" r:id="rId18"/>
    <p:sldLayoutId id="2147483708" r:id="rId19"/>
    <p:sldLayoutId id="2147483709" r:id="rId20"/>
    <p:sldLayoutId id="2147483678" r:id="rId21"/>
    <p:sldLayoutId id="2147483695" r:id="rId22"/>
    <p:sldLayoutId id="2147483696" r:id="rId23"/>
    <p:sldLayoutId id="2147483694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83" r:id="rId30"/>
    <p:sldLayoutId id="2147483684" r:id="rId31"/>
    <p:sldLayoutId id="2147483700" r:id="rId32"/>
    <p:sldLayoutId id="2147483699" r:id="rId33"/>
    <p:sldLayoutId id="2147483698" r:id="rId34"/>
    <p:sldLayoutId id="2147483685" r:id="rId35"/>
    <p:sldLayoutId id="2147483686" r:id="rId36"/>
    <p:sldLayoutId id="2147483703" r:id="rId37"/>
    <p:sldLayoutId id="2147483702" r:id="rId38"/>
    <p:sldLayoutId id="2147483701" r:id="rId39"/>
    <p:sldLayoutId id="2147483687" r:id="rId40"/>
    <p:sldLayoutId id="2147483688" r:id="rId41"/>
    <p:sldLayoutId id="2147483706" r:id="rId42"/>
    <p:sldLayoutId id="2147483705" r:id="rId43"/>
    <p:sldLayoutId id="2147483704" r:id="rId44"/>
    <p:sldLayoutId id="2147483676" r:id="rId45"/>
    <p:sldLayoutId id="2147483713" r:id="rId46"/>
    <p:sldLayoutId id="2147483770" r:id="rId47"/>
    <p:sldLayoutId id="2147483771" r:id="rId48"/>
  </p:sldLayoutIdLst>
  <p:hf hdr="0"/>
  <p:txStyles>
    <p:titleStyle>
      <a:lvl1pPr algn="l" defTabSz="914400" rtl="0" eaLnBrk="1" latinLnBrk="0" hangingPunct="1">
        <a:lnSpc>
          <a:spcPts val="3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>
          <a:srgbClr val="FF0000"/>
        </a:buClr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1920"/>
        </a:lnSpc>
        <a:spcBef>
          <a:spcPts val="0"/>
        </a:spcBef>
        <a:buClr>
          <a:srgbClr val="FF0000"/>
        </a:buClr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-215900" algn="l" defTabSz="914400" rtl="0" eaLnBrk="1" latinLnBrk="0" hangingPunct="1">
        <a:lnSpc>
          <a:spcPts val="192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468000" indent="-215900" algn="l" defTabSz="914400" rtl="0" eaLnBrk="1" latinLnBrk="0" hangingPunct="1">
        <a:lnSpc>
          <a:spcPts val="1920"/>
        </a:lnSpc>
        <a:spcBef>
          <a:spcPts val="0"/>
        </a:spcBef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16000" indent="-215900" algn="l" defTabSz="914400" rtl="0" eaLnBrk="1" latinLnBrk="0" hangingPunct="1">
        <a:lnSpc>
          <a:spcPts val="1920"/>
        </a:lnSpc>
        <a:spcBef>
          <a:spcPts val="0"/>
        </a:spcBef>
        <a:buClr>
          <a:schemeClr val="accent1"/>
        </a:buClr>
        <a:buFont typeface="+mj-lt"/>
        <a:buAutoNum type="arabicPeriod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33F559-0C26-39A9-D0E3-66B086FC6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75520" y="1571517"/>
            <a:ext cx="9433047" cy="43777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4800" dirty="0"/>
              <a:t>Agentic Innovation:</a:t>
            </a:r>
            <a:br>
              <a:rPr lang="en-GB" sz="4800" dirty="0"/>
            </a:br>
            <a:r>
              <a:rPr lang="en-GB" sz="4800" dirty="0"/>
              <a:t>Standard Skills and Agents For ODA Assets</a:t>
            </a:r>
          </a:p>
          <a:p>
            <a:pPr>
              <a:lnSpc>
                <a:spcPct val="100000"/>
              </a:lnSpc>
            </a:pPr>
            <a:endParaRPr lang="en-GB" sz="1200" dirty="0"/>
          </a:p>
          <a:p>
            <a:pPr>
              <a:lnSpc>
                <a:spcPct val="100000"/>
              </a:lnSpc>
            </a:pPr>
            <a:r>
              <a:rPr lang="en-GB" sz="2000" dirty="0"/>
              <a:t>TM Forum Innovation Hub</a:t>
            </a:r>
          </a:p>
          <a:p>
            <a:pPr>
              <a:lnSpc>
                <a:spcPct val="100000"/>
              </a:lnSpc>
            </a:pPr>
            <a:endParaRPr lang="en-GB" sz="2000" dirty="0"/>
          </a:p>
          <a:p>
            <a:pPr>
              <a:lnSpc>
                <a:spcPct val="100000"/>
              </a:lnSpc>
            </a:pPr>
            <a:endParaRPr lang="en-GB" sz="2000" dirty="0"/>
          </a:p>
          <a:p>
            <a:pPr>
              <a:lnSpc>
                <a:spcPct val="100000"/>
              </a:lnSpc>
            </a:pPr>
            <a:endParaRPr lang="en-GB" sz="2000" dirty="0"/>
          </a:p>
          <a:p>
            <a:pPr algn="r">
              <a:lnSpc>
                <a:spcPct val="100000"/>
              </a:lnSpc>
            </a:pPr>
            <a:r>
              <a:rPr lang="en-GB" sz="2000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155828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6BA54-FAD6-EF18-3439-380F933B2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200" y="1613677"/>
            <a:ext cx="11671600" cy="4268963"/>
          </a:xfrm>
        </p:spPr>
        <p:txBody>
          <a:bodyPr/>
          <a:lstStyle/>
          <a:p>
            <a:pPr fontAlgn="base">
              <a:lnSpc>
                <a:spcPct val="100000"/>
              </a:lnSpc>
              <a:spcAft>
                <a:spcPts val="0"/>
              </a:spcAft>
            </a:pPr>
            <a:endParaRPr lang="en-GB" sz="1800" b="0" dirty="0"/>
          </a:p>
          <a:p>
            <a:pPr marL="395605" indent="-359410" fontAlgn="base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400" b="0" dirty="0"/>
              <a:t>Why are foundations of ODA critical to AI enabled Software Development lifecycle?  </a:t>
            </a:r>
          </a:p>
          <a:p>
            <a:pPr marL="395605" indent="-359410" fontAlgn="base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400" b="0" dirty="0"/>
              <a:t>Prior work on </a:t>
            </a:r>
            <a:r>
              <a:rPr lang="en-GB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create-</a:t>
            </a:r>
            <a:r>
              <a:rPr lang="en-GB" sz="24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oda</a:t>
            </a:r>
            <a:r>
              <a:rPr lang="en-GB" sz="24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-component</a:t>
            </a:r>
            <a:r>
              <a:rPr lang="en-GB" sz="2400" b="0" dirty="0"/>
              <a:t> agent skill</a:t>
            </a:r>
          </a:p>
          <a:p>
            <a:pPr marL="395605" indent="-359410" fontAlgn="base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400" b="0" dirty="0"/>
              <a:t>Scope of AI-SDLC (AIERF)</a:t>
            </a:r>
          </a:p>
          <a:p>
            <a:pPr marL="395605" indent="-359410" fontAlgn="base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400" dirty="0"/>
              <a:t>ODA Skills Marketplace</a:t>
            </a:r>
          </a:p>
          <a:p>
            <a:pPr marL="611605" lvl="2" indent="-359410" fontAlgn="base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/>
              <a:t>Overview</a:t>
            </a:r>
          </a:p>
          <a:p>
            <a:pPr marL="611605" lvl="2" indent="-359410" fontAlgn="base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b="0" dirty="0"/>
              <a:t>How to use?</a:t>
            </a:r>
          </a:p>
          <a:p>
            <a:pPr marL="611605" lvl="2" indent="-359410" fontAlgn="base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/>
              <a:t>Example usage</a:t>
            </a:r>
          </a:p>
          <a:p>
            <a:pPr marL="611605" lvl="2" indent="-359410" fontAlgn="base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b="0" dirty="0"/>
              <a:t>Underpinning Knowledge</a:t>
            </a:r>
          </a:p>
          <a:p>
            <a:pPr marL="395605" indent="-359410" fontAlgn="base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400" b="0" dirty="0"/>
              <a:t>Next Steps</a:t>
            </a:r>
            <a:endParaRPr lang="en-GB" sz="1200" b="0" dirty="0"/>
          </a:p>
          <a:p>
            <a:endParaRPr lang="en-GB" sz="2400" dirty="0"/>
          </a:p>
          <a:p>
            <a:endParaRPr lang="en-GB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5D8EE-31DB-0E86-D39B-C275282C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2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F395F7-BE66-6E84-FBA9-E1B3777E8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8800" y="692696"/>
            <a:ext cx="4993200" cy="554856"/>
          </a:xfrm>
        </p:spPr>
        <p:txBody>
          <a:bodyPr/>
          <a:lstStyle/>
          <a:p>
            <a:r>
              <a:rPr lang="en-GB" dirty="0"/>
              <a:t>Agenda: </a:t>
            </a:r>
            <a:r>
              <a:rPr lang="en-GB" b="0" dirty="0"/>
              <a:t>AI-SDLC (AIERF)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77CD6-3446-957D-1CB2-B40089857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282602"/>
            <a:ext cx="1930809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43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DF2C21-1B87-B1BB-E7A9-5E22BC7B0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6212E-9110-B8EF-F4B9-A10A32EFC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A3A50-ACEC-566F-84E0-7928350B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3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B32839-9D6D-1FE7-1BAF-8ABAE63BD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0" dirty="0"/>
              <a:t>Scope of AI-SDLC (AIERF)</a:t>
            </a:r>
          </a:p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667988-2AC4-9133-7A2C-AF5408F65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97" y="1618997"/>
            <a:ext cx="10783805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426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66981-6120-3540-80EB-C2F96F7B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049EE-AD0B-7C7A-04BB-F7C7B26DA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232FC7-FCF0-2F5B-88C6-9EEF661B4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2BB216-1EA5-AEA4-1C96-093ECA6D3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567" y="0"/>
            <a:ext cx="8030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02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74F00-1C23-8215-242A-95784DD37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10257-8AC1-581E-B939-D87ABC850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B32259-C1E3-91DF-9B36-EEE442766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1A251-5F98-049B-181C-CEC9A316C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5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7AC37-48C6-291A-9CBD-DE86130B3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567" y="0"/>
            <a:ext cx="8030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2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D7B3-97E3-CBD5-AE24-8169C5CD8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F93F5-54EB-C17B-9E4F-690E6ED4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5148A-08D4-404E-FB44-828806B0B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4996C-1F3A-2A32-AC3C-E099E34A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11C449-EF97-FF39-14A8-08018A2CC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576" y="386080"/>
            <a:ext cx="9669224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301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C987-41E0-78AE-05BD-7989AF31D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53F5D4-B7F3-FFF0-636D-125C8B510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212BA-D707-6298-B7D2-F6D2B9A2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B9313-E5C8-6AB3-C932-8769ED9E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45B751-04D7-C278-33A6-DEE9238C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970" y="0"/>
            <a:ext cx="85620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39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D3285-602F-0FDB-8147-0E4D28E8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12787-97AC-1D52-499B-74FF19CD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1D6A2-0A9D-7275-13F3-ABCBBD0BF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0C148-A74B-01BB-B6BD-CE07E1FB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7C10DF-393D-0E86-D661-BF7A0925A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491" y="0"/>
            <a:ext cx="90590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94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D0B4D"/>
      </a:dk2>
      <a:lt2>
        <a:srgbClr val="E7E6E6"/>
      </a:lt2>
      <a:accent1>
        <a:srgbClr val="ED003B"/>
      </a:accent1>
      <a:accent2>
        <a:srgbClr val="0D0B4D"/>
      </a:accent2>
      <a:accent3>
        <a:srgbClr val="00B671"/>
      </a:accent3>
      <a:accent4>
        <a:srgbClr val="980BD9"/>
      </a:accent4>
      <a:accent5>
        <a:srgbClr val="39C5E5"/>
      </a:accent5>
      <a:accent6>
        <a:srgbClr val="F4059D"/>
      </a:accent6>
      <a:hlink>
        <a:srgbClr val="002060"/>
      </a:hlink>
      <a:folHlink>
        <a:srgbClr val="FF0043"/>
      </a:folHlink>
    </a:clrScheme>
    <a:fontScheme name="DWT Theme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 Forum Generic PPT_Jan26 v7.potx" id="{4B7501C0-FBF2-49AF-9FE4-2E1F76A331FD}" vid="{A69F7F5F-F009-4357-9D82-27440FE309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22C98F27B2354786B9A1894719A572" ma:contentTypeVersion="3" ma:contentTypeDescription="Create a new document." ma:contentTypeScope="" ma:versionID="e18ccdd2a32598823b9973618979d963">
  <xsd:schema xmlns:xsd="http://www.w3.org/2001/XMLSchema" xmlns:xs="http://www.w3.org/2001/XMLSchema" xmlns:p="http://schemas.microsoft.com/office/2006/metadata/properties" xmlns:ns2="7e556354-0be8-4b41-b465-12d24dacf415" targetNamespace="http://schemas.microsoft.com/office/2006/metadata/properties" ma:root="true" ma:fieldsID="a3d0affdac0e975d1e526ff23890053b" ns2:_="">
    <xsd:import namespace="7e556354-0be8-4b41-b465-12d24dacf4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556354-0be8-4b41-b465-12d24dacf4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6E97931-434B-4F49-81A0-83035A7B8C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AB04CA-94E7-49BF-9AC3-AF94C74616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556354-0be8-4b41-b465-12d24dacf4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51CF16-140C-4295-97AF-7F8B166FC903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7e556354-0be8-4b41-b465-12d24dacf415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8c5f6f8d-6dc6-40f6-becc-7ae321123747}" enabled="0" method="" siteId="{8c5f6f8d-6dc6-40f6-becc-7ae3211237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 Forum Generic PPT_Jan26 v7</Template>
  <TotalTime>0</TotalTime>
  <Words>260</Words>
  <Application>Microsoft Office PowerPoint</Application>
  <PresentationFormat>Widescreen</PresentationFormat>
  <Paragraphs>44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Light</vt:lpstr>
      <vt:lpstr>Arial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Ailis Claassen</dc:creator>
  <cp:lastModifiedBy>Lester Thomas</cp:lastModifiedBy>
  <cp:revision>8</cp:revision>
  <dcterms:created xsi:type="dcterms:W3CDTF">2026-04-30T15:22:57Z</dcterms:created>
  <dcterms:modified xsi:type="dcterms:W3CDTF">2026-09-08T05:48:47Z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0x0101007022C98F27B2354786B9A1894719A572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_activity">
    <vt:lpwstr>{"FileActivityType":"9","FileActivityTimeStamp":"2026-07-23T10:37:02.507Z","FileActivityUsersOnPage":[{"DisplayName":"Sarang Kulkarni","Id":"skulkarni@tmforum.org"},{"DisplayName":"Mahima Khurana","Id":"mkhurana@tmforum.org"},{"DisplayName":"Adam Geere","Id":"ageere@tmforum.org"},{"DisplayName":"Sarthak Nag","Id":"snag@tmforum.org"},{"DisplayName":"Anshul Kumar","Id":"akumar@tmforum.org"}],"FileActivityNavigationId":null}</vt:lpwstr>
  </property>
  <property fmtid="{D5CDD505-2E9C-101B-9397-08002B2CF9AE}" pid="9" name="TriggerFlowInfo">
    <vt:lpwstr/>
  </property>
</Properties>
</file>